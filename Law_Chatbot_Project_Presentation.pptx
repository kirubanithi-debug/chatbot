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Law Chatbot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This project builds an AI chatbot for basic legal guidance.</a:t>
            </a:r>
          </a:p>
          <a:p>
            <a:pPr/>
            <a:r>
              <a:t>Users can type common legal problems in simple language.</a:t>
            </a:r>
          </a:p>
          <a:p>
            <a:pPr/>
            <a:r>
              <a:t>The system returns law section, punishment, and next steps.</a:t>
            </a:r>
          </a:p>
          <a:p>
            <a:pPr/>
            <a:r>
              <a:t>It helps people get fast first-level legal awareness.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Many people do not understand legal terms.</a:t>
            </a:r>
          </a:p>
          <a:p>
            <a:pPr/>
            <a:r>
              <a:t>Finding correct legal sections online is difficult.</a:t>
            </a:r>
          </a:p>
          <a:p>
            <a:pPr/>
            <a:r>
              <a:t>Manual consultation for basic questions takes time.</a:t>
            </a:r>
          </a:p>
          <a:p>
            <a:pPr/>
            <a:r>
              <a:t>People need quick and simple legal direction.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Users search random websites for legal info.</a:t>
            </a:r>
          </a:p>
          <a:p>
            <a:pPr/>
            <a:r>
              <a:t>Information is often unstructured and confusing.</a:t>
            </a:r>
          </a:p>
          <a:p>
            <a:pPr/>
            <a:r>
              <a:t>No typo handling or plain-language support.</a:t>
            </a:r>
          </a:p>
          <a:p>
            <a:pPr/>
            <a:r>
              <a:t>No instant 24x7 response for common legal doubts.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web-based chatbot built with React and Django.</a:t>
            </a:r>
          </a:p>
          <a:p>
            <a:pPr/>
            <a:r>
              <a:t>Uses AI + RAG to find relevant legal sections.</a:t>
            </a:r>
          </a:p>
          <a:p>
            <a:pPr/>
            <a:r>
              <a:t>Processes queries asynchronously using Celery and Redis.</a:t>
            </a:r>
          </a:p>
          <a:p>
            <a:pPr/>
            <a:r>
              <a:t>Generates structured answers with disclaimer.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User sends query from frontend chat UI.</a:t>
            </a:r>
          </a:p>
          <a:p>
            <a:pPr/>
            <a:r>
              <a:t>Backend stores query and sends task to Celery.</a:t>
            </a:r>
          </a:p>
          <a:p>
            <a:pPr/>
            <a:r>
              <a:t>Query understanding module cleans and improves input.</a:t>
            </a:r>
          </a:p>
          <a:p>
            <a:pPr/>
            <a:r>
              <a:t>RAG retrieves legal context from Chroma database.</a:t>
            </a:r>
          </a:p>
          <a:p>
            <a:pPr/>
            <a:r>
              <a:t>Ollama model creates final response.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Chat sessions and message history.</a:t>
            </a:r>
          </a:p>
          <a:p>
            <a:pPr/>
            <a:r>
              <a:t>Quick suggestion chips for common legal topics.</a:t>
            </a:r>
          </a:p>
          <a:p>
            <a:pPr/>
            <a:r>
              <a:t>Structured answer format: LAW, SECTION, PUNISHMENT, STEPS.</a:t>
            </a:r>
          </a:p>
          <a:p>
            <a:pPr/>
            <a:r>
              <a:t>Fallback guidance for weak context queries.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Fast legal direction for common issues.</a:t>
            </a:r>
          </a:p>
          <a:p>
            <a:pPr/>
            <a:r>
              <a:t>Easy to use for non-technical users.</a:t>
            </a:r>
          </a:p>
          <a:p>
            <a:pPr/>
            <a:r>
              <a:t>Handles typos and simple language input.</a:t>
            </a:r>
          </a:p>
          <a:p>
            <a:pPr/>
            <a:r>
              <a:t>Scalable async architecture for multiple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Frontend: React, Vite, Tailwind CSS</a:t>
            </a:r>
          </a:p>
          <a:p>
            <a:pPr/>
            <a:r>
              <a:t>Backend: Django, Django REST Framework</a:t>
            </a:r>
          </a:p>
          <a:p>
            <a:pPr/>
            <a:r>
              <a:t>Async: Celery, Redis</a:t>
            </a:r>
          </a:p>
          <a:p>
            <a:pPr/>
            <a:r>
              <a:t>AI/RAG: Ollama, LangChain, ChromaDB</a:t>
            </a:r>
          </a:p>
          <a:p>
            <a:pPr/>
            <a:r>
              <a:t>Data: SQLite, CSV legal dataset, Pandas</a:t>
            </a:r>
          </a:p>
          <a:p>
            <a:pPr/>
            <a:r>
              <a:t>Deployment: Docker, Docker Compose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Add multi-language support.</a:t>
            </a:r>
          </a:p>
          <a:p>
            <a:pPr/>
            <a:r>
              <a:t>Expand legal dataset coverage.</a:t>
            </a:r>
          </a:p>
          <a:p>
            <a:pPr/>
            <a:r>
              <a:t>Add voice input and audio response.</a:t>
            </a:r>
          </a:p>
          <a:p>
            <a:pPr/>
            <a:r>
              <a:t>Integrate lawyer referral and escalation 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project provides a practical legal support assistant.</a:t>
            </a:r>
          </a:p>
          <a:p>
            <a:pPr/>
            <a:r>
              <a:t>It simplifies legal information for common users.</a:t>
            </a:r>
          </a:p>
          <a:p>
            <a:pPr/>
            <a:r>
              <a:t>It combines AI, retrieval, and scalable web architecture.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